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64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761C7-A3F9-14C5-3161-1B8A9EBBDBA1}" v="83" dt="2026-03-23T22:34:45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CBD27-2017-4083-8306-4AF4201DE26C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BDF11-E6C0-49D4-AA9D-12CE67B7717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6164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961BA-291D-97A3-9148-0C4FD538D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C993B29-1D37-1CC5-C36A-E4B224258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439B63-6251-C4FC-6DB1-558DB62F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7359-6F4B-4DDE-B4B4-FCA63065D932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52541-EE4E-A458-C5B1-26178E37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ED024-FDCB-FA3C-B156-41FE2CAD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953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5E8A97-6F38-59FD-BAFA-52A26698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A1F500-B69C-CD10-5BBD-6C7AE1EA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B5B0DC-09BF-CC65-309C-4C8E3B4E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25C4-57E3-4BAD-9025-80D611C580C5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1B19A3-6D7D-1E5C-118B-740BCEE9E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BFB97C-E358-15A7-B389-F076025A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447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33E5-55F0-B352-03B9-47CFAF8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70BD1-9493-4CC9-5705-1062024AA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CF9FCD-AC8C-8E93-B0C0-F4DADFE2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E8E9-C149-4CBD-8A27-D3C134FE4790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41B2-0BD4-42F8-23B5-6BD7EA77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F9EC10-7AA1-4B85-8F1E-B94C7125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854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0D486-500A-03D9-4C09-CD079E35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067C42-08CD-479D-78AC-E0B85D4D0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D4065D-2A40-F2DA-CA4B-8880A82E5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942037-5D1B-954C-6963-06CE9003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408B-0B2E-4C7C-AA7F-063F6F6EF8C4}" type="datetime1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110DB8-3A58-62E0-077F-CA27FA0E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15DE72-47C9-696F-83A6-B45DA888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073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843CD-653D-C9C8-E9B7-1D13D863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6FA606-5754-8FA8-EB47-EA25EC12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18543E-BE2C-D599-EEE5-3D9992418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7A010E-730D-677D-D9D7-152DCAD73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A23EA9-BA2F-7F11-350A-2C58AEF2F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F08BF6F-DEEA-6546-95FA-33285CFB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73B-A74A-48F8-A6D4-D84FC06B84B9}" type="datetime1">
              <a:rPr lang="fr-BE" smtClean="0"/>
              <a:t>23-03-26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C662A4-7335-8F2C-060E-16372736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11906F-D4C1-4F70-257E-5AA09B28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306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19A45-1895-230E-82FE-16DE3780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A1C79D-9BB7-23BF-96B9-663A7D5A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A11E5-1A77-4A3C-9204-B04202A08EF6}" type="datetime1">
              <a:rPr lang="fr-BE" smtClean="0"/>
              <a:t>23-03-26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6DC593-5021-A87C-C97E-C7E6EC77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A042C0-E0E5-0CF3-B274-2690B631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968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006FEF-FF2A-FAF8-B83D-E3DFBF7D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988F-6694-47E8-858D-407A6329EFB0}" type="datetime1">
              <a:rPr lang="fr-BE" smtClean="0"/>
              <a:t>23-03-26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F35A08-C41D-5E9B-9568-4CF7E901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97FCD8-9915-3CA5-627F-E2156D95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42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1F1FA-E42D-4915-0F8F-9517FA85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2FD00B-0A1A-0E4B-9769-C43D75A6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15D0D1-8FDB-830F-870C-960E60A39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260FF-EBA8-F2A9-0A30-B7950200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5633-F119-425E-B57E-850D62C8335C}" type="datetime1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94B1D4-018F-9928-A4B6-B689983B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AA2624-CE92-87D1-4575-471451D4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817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FD03F-0A4E-DDC4-2E4D-1025C0C4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D59E31-C0CE-3171-7C14-8C5C04953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BC0314-E2A9-1212-EC89-BE5218C51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0323AB-941F-9555-8BBA-B530BAA3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A291-4A83-4694-9EB9-29897EE83568}" type="datetime1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1CE565-2A11-01F4-3DBE-48CB957C2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8092A-C140-906E-CF32-E322223A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255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C4899-4132-F5B0-54D9-9EB746B9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1BF9BF-47DA-A687-A02B-91085B2B3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8A55B2-1F8F-A2CD-97DD-A19815C3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8029-426D-497D-80B4-D4AD16055BC9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2A11B7-26F4-EEAA-5717-7324A161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A0232A-F5BA-11F1-BFBF-2EF71313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674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72BDDF0-8DCA-1DCB-A7E4-82A794826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5B8A44-A78D-B316-04A2-9AFA1BF58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135EC-B571-FEE8-888D-8CEA07A6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8CD1-4B56-4F0B-B848-FE19E6C0C64E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D825E-C463-3065-FFAF-B1BED5B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3B19BC-432B-9C01-62EE-2349E702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18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CA7100-51A1-B3BD-FF8C-A5E62BA4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374CFF-D3C8-563C-6974-CF5D5F736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0199C9-3010-90F8-E3D6-8D068AFB0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3AF2D-059E-4402-BD1F-D0C247FC3B3C}" type="datetime1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3563F0-B213-F921-D5F9-AC46A4828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BFA6C4-02E3-55E1-F30B-FC7331EF6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8B8F9-767A-4546-9D20-2187B79FBE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690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EAAB0-94D4-0D3D-ADD9-B2EA0A20F4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LINFO1341 : Projet SRTP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E20315-798F-02B5-99A4-DE702CC0F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/>
              <a:t>Mbengue Abdou</a:t>
            </a:r>
          </a:p>
          <a:p>
            <a:r>
              <a:rPr lang="fr-BE" dirty="0" err="1"/>
              <a:t>Yamdjieu</a:t>
            </a:r>
            <a:r>
              <a:rPr lang="fr-BE" dirty="0"/>
              <a:t> Isaac</a:t>
            </a:r>
          </a:p>
          <a:p>
            <a:r>
              <a:rPr lang="fr-BE" dirty="0"/>
              <a:t>Bortoluzzi </a:t>
            </a:r>
            <a:r>
              <a:rPr lang="fr-BE" dirty="0" err="1"/>
              <a:t>Cesar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9386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2AF9C-1916-46F4-62F8-124E170B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du 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24E27-5A66-1FCA-FA01-5E899756D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Envoie d’une requête HTTP simplifié au serveur avec un timestamp initial. </a:t>
            </a:r>
          </a:p>
          <a:p>
            <a:r>
              <a:rPr lang="fr-BE" dirty="0"/>
              <a:t>Réception du </a:t>
            </a:r>
            <a:r>
              <a:rPr lang="fr-BE" dirty="0" err="1"/>
              <a:t>packet</a:t>
            </a:r>
            <a:r>
              <a:rPr lang="fr-BE" dirty="0"/>
              <a:t> et décodage avec protocole (si paquet corrompu, ignoré)</a:t>
            </a:r>
          </a:p>
          <a:p>
            <a:r>
              <a:rPr lang="fr-BE" dirty="0"/>
              <a:t>Ecriture si paquet attendu, stockage dans buffer sinon</a:t>
            </a:r>
          </a:p>
          <a:p>
            <a:r>
              <a:rPr lang="fr-BE" dirty="0"/>
              <a:t>ACK renvoyé si pas de perte, SACK sinon</a:t>
            </a:r>
          </a:p>
          <a:p>
            <a:r>
              <a:rPr lang="fr-BE" dirty="0"/>
              <a:t>Si timeout : retransmet la requête GET si le transfert n’a pas commencé, envoie le dernier </a:t>
            </a:r>
            <a:r>
              <a:rPr lang="fr-BE" dirty="0" err="1"/>
              <a:t>ack</a:t>
            </a:r>
            <a:r>
              <a:rPr lang="fr-BE" dirty="0"/>
              <a:t> sinon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68964F-E60E-CA65-82CB-445B7245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4507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0B96E-3D71-43F3-57D8-68A13A17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du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4AB90-ED44-DFB7-680B-3716864C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4631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Liste des Clients avec chacun leurs états</a:t>
            </a:r>
          </a:p>
          <a:p>
            <a:r>
              <a:rPr lang="fr-BE" dirty="0"/>
              <a:t>Reçoit un paquet et vérifie si le client est présent dans la liste </a:t>
            </a:r>
          </a:p>
          <a:p>
            <a:r>
              <a:rPr lang="fr-BE" dirty="0"/>
              <a:t>Si présent, traite ACK/SACK </a:t>
            </a:r>
          </a:p>
          <a:p>
            <a:r>
              <a:rPr lang="fr-BE" dirty="0"/>
              <a:t>Sinon : vérifie la requête DATA, ouvre un fichier et ajoute le client à la liste</a:t>
            </a:r>
          </a:p>
          <a:p>
            <a:r>
              <a:rPr lang="fr-BE" dirty="0"/>
              <a:t>Envoie des données tant que fenêtre pas pleine et </a:t>
            </a:r>
            <a:r>
              <a:rPr lang="fr-BE" dirty="0" err="1"/>
              <a:t>fchier</a:t>
            </a:r>
            <a:r>
              <a:rPr lang="fr-BE" dirty="0"/>
              <a:t> pas fini</a:t>
            </a:r>
          </a:p>
          <a:p>
            <a:r>
              <a:rPr lang="fr-BE" dirty="0"/>
              <a:t>Si timeout : si l’envoie n’est pas fini, envoie les sauvegardes du </a:t>
            </a:r>
            <a:r>
              <a:rPr lang="fr-BE" dirty="0" err="1"/>
              <a:t>packets</a:t>
            </a:r>
            <a:r>
              <a:rPr lang="fr-BE" dirty="0"/>
              <a:t>; retransmet le paquet de fin si pas encore acquitté</a:t>
            </a:r>
          </a:p>
          <a:p>
            <a:r>
              <a:rPr lang="fr-FR" dirty="0"/>
              <a:t>Transfert considéré terminé 3 secondes après l’envoie du paquet de fin</a:t>
            </a:r>
          </a:p>
          <a:p>
            <a:r>
              <a:rPr lang="fr-FR" dirty="0"/>
              <a:t>A la fin du transfert, envoie un </a:t>
            </a:r>
            <a:r>
              <a:rPr lang="fr-FR" dirty="0" err="1"/>
              <a:t>packet</a:t>
            </a:r>
            <a:r>
              <a:rPr lang="fr-FR" dirty="0"/>
              <a:t> vide, attends le ACK et nettoie le client de la liste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182156-267D-C3A8-434A-04AF4CE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986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6E528-DB78-23E5-9EB0-3F7C72A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Timestamp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3C7DC3-0304-0075-6D07-5112392A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Utilisé pour calculer le RTT (temps que met une requête pour être traité et que la réponse revienne) et définir un timeout.</a:t>
            </a:r>
          </a:p>
          <a:p>
            <a:r>
              <a:rPr lang="fr-BE" dirty="0"/>
              <a:t>Initialisé comme le temps actuel multiplié par 1000 modulo 32 bits (2 exposant 32).</a:t>
            </a:r>
          </a:p>
          <a:p>
            <a:r>
              <a:rPr lang="fr-BE" dirty="0"/>
              <a:t>Permet de toujours savoir le moment où la requête a été envoyé.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11D8AD-6C4E-04EE-39D7-F1331406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015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B226A-A6C4-1E43-0B07-51B4421A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Retransmission timeout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19888-2176-3B90-1597-1F96E4E34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Adaptatif, maximum entre 0.5 et 2.5 fois RTT estimé (0.875 * ancien RTT + 0.125 * mesure). </a:t>
            </a:r>
          </a:p>
          <a:p>
            <a:r>
              <a:rPr lang="fr-BE" dirty="0"/>
              <a:t>Permet d’éviter les retransmissions inutiles tout en étant réactif aux variations réseaux.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09B27B-FBEA-B891-65BC-0F63ECCB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0322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37EEDB-BD17-5293-55AD-CC15F78B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Partie critique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C1372-CE1F-CD60-74E5-EF9DDAB00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La partie critique de notre implémentation affectant la vitesse de transfert est la gestion de la fenêtre et du buffer.</a:t>
            </a:r>
          </a:p>
          <a:p>
            <a:r>
              <a:rPr lang="fr-BE" dirty="0"/>
              <a:t>Taille maximale de la fenêtre = 63.</a:t>
            </a:r>
          </a:p>
          <a:p>
            <a:r>
              <a:rPr lang="fr-BE" dirty="0"/>
              <a:t>Retransmissions et traitement des ACK/SACK plus complexes</a:t>
            </a:r>
          </a:p>
          <a:p>
            <a:r>
              <a:rPr lang="fr-BE" dirty="0"/>
              <a:t>Trop de pertes et de désordre dans les envois -&gt; grand nombre de retransmissions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3BA72F-A06E-C982-6BE5-F3FAF30B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5369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AEA3A3-5F18-11E7-8D99-8D2BC555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74EF7-A164-2B47-96EB-7094A2A3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BE"/>
              <a:t>Mesures : débit (bytes/sec) vs temps de transfert</a:t>
            </a:r>
          </a:p>
          <a:p>
            <a:r>
              <a:rPr lang="fr-BE"/>
              <a:t>Scénarios : réseau parfait, fichiers de tailles variés, pertes</a:t>
            </a:r>
          </a:p>
          <a:p>
            <a:r>
              <a:rPr lang="fr-BE" dirty="0"/>
              <a:t>Méthodologie : </a:t>
            </a:r>
            <a:r>
              <a:rPr lang="fr-FR" dirty="0"/>
              <a:t>Comparaison </a:t>
            </a:r>
            <a:r>
              <a:rPr lang="fr-FR" b="1" dirty="0"/>
              <a:t>MD5</a:t>
            </a:r>
            <a:r>
              <a:rPr lang="fr-FR" dirty="0"/>
              <a:t> (intégrité), Tests automatisés avec </a:t>
            </a:r>
            <a:r>
              <a:rPr lang="fr-FR" dirty="0" err="1"/>
              <a:t>pytest</a:t>
            </a:r>
            <a:r>
              <a:rPr lang="fr-FR" dirty="0"/>
              <a:t>, Proxy UDP pour interopérabilité, fichiers déterministes, environnement contrôlé (loopback) 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9C6140-EB72-8BB1-8908-BC05E56E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99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9D71149-A580-7FA6-0B06-E981B7D7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06083"/>
            <a:ext cx="5291666" cy="2645833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2387920-2DD5-1701-504C-B8EABD92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594" y="2106083"/>
            <a:ext cx="4630209" cy="2645834"/>
          </a:xfrm>
          <a:prstGeom prst="rect">
            <a:avLst/>
          </a:prstGeom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1DA15EBB-DA5D-6E92-320F-C1FDE056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D78B8F9-767A-4546-9D20-2187B79FBE53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B01ED6C-4183-0ADD-30F4-12437069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Graphiques de performances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0657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66033-240C-9EA6-F680-D9EEFEFA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Tests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B874C-98CB-20AD-055C-CE7C143C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b="1" dirty="0"/>
              <a:t> Tests unitaires : </a:t>
            </a:r>
            <a:r>
              <a:rPr lang="fr-FR" dirty="0" err="1"/>
              <a:t>empackage</a:t>
            </a:r>
            <a:r>
              <a:rPr lang="fr-FR" dirty="0"/>
              <a:t> / </a:t>
            </a:r>
            <a:r>
              <a:rPr lang="fr-FR" dirty="0" err="1"/>
              <a:t>depackage</a:t>
            </a:r>
            <a:r>
              <a:rPr lang="fr-FR" dirty="0"/>
              <a:t>, CRC, SACK encode/</a:t>
            </a:r>
            <a:r>
              <a:rPr lang="fr-FR" dirty="0" err="1"/>
              <a:t>decode</a:t>
            </a:r>
            <a:r>
              <a:rPr lang="fr-FR" dirty="0"/>
              <a:t> </a:t>
            </a:r>
          </a:p>
          <a:p>
            <a:r>
              <a:rPr lang="fr-FR" b="1" dirty="0"/>
              <a:t>Tests d’intégration : </a:t>
            </a:r>
            <a:r>
              <a:rPr lang="fr-FR" dirty="0"/>
              <a:t>client ↔ serveur, fichiers de tailles variées </a:t>
            </a:r>
          </a:p>
          <a:p>
            <a:r>
              <a:rPr lang="fr-FR" b="1" dirty="0"/>
              <a:t>Tests d’interopérabilité : </a:t>
            </a:r>
            <a:r>
              <a:rPr lang="fr-FR" dirty="0"/>
              <a:t>avec implémentation de référence </a:t>
            </a:r>
          </a:p>
          <a:p>
            <a:r>
              <a:rPr lang="fr-FR" b="1" dirty="0"/>
              <a:t>Tests robustesse :</a:t>
            </a:r>
            <a:r>
              <a:rPr lang="fr-FR" dirty="0"/>
              <a:t>pertes, corruption, </a:t>
            </a:r>
            <a:r>
              <a:rPr lang="fr-FR" dirty="0" err="1"/>
              <a:t>dedoublement</a:t>
            </a:r>
            <a:r>
              <a:rPr lang="fr-FR" dirty="0"/>
              <a:t>, multi-clients 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0FA675-221B-C462-741E-CDAFC60C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885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5BC356-2857-F420-C840-CA322034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Acquittements sélectifs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1BF957-E9DF-D69A-49C0-2A5ECDC58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Retransmissions ciblées : plus efficace en cas de perte, moins de trafic inutile</a:t>
            </a:r>
          </a:p>
          <a:p>
            <a:r>
              <a:rPr lang="fr-BE" dirty="0"/>
              <a:t>Gains : amélioration du débit, réduction latence, plus efficace face aux pertes (moins de retransmissions)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12E2C4-C639-2290-5E12-F7CDA1EF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17589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580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Thème Office</vt:lpstr>
      <vt:lpstr>LINFO1341 : Projet SRTP</vt:lpstr>
      <vt:lpstr>Architecture du client</vt:lpstr>
      <vt:lpstr>Architecture du serveur</vt:lpstr>
      <vt:lpstr>Timestamp</vt:lpstr>
      <vt:lpstr>Retransmission timeout</vt:lpstr>
      <vt:lpstr>Partie critique</vt:lpstr>
      <vt:lpstr>Performances</vt:lpstr>
      <vt:lpstr>Graphiques de performances</vt:lpstr>
      <vt:lpstr>Tests</vt:lpstr>
      <vt:lpstr>Acquittements sélectifs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Mb</dc:creator>
  <cp:lastModifiedBy>Ab Mb</cp:lastModifiedBy>
  <cp:revision>57</cp:revision>
  <dcterms:created xsi:type="dcterms:W3CDTF">2026-03-23T13:41:06Z</dcterms:created>
  <dcterms:modified xsi:type="dcterms:W3CDTF">2026-03-23T22:35:06Z</dcterms:modified>
</cp:coreProperties>
</file>